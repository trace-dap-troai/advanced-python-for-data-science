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6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7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60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GitHub Developer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Classification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</a:rPr>
              <a:t>Classifying Developers by Contribution Level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Advanced Python - Final Presentation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February 16,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Classify GitHub developers into 3 levels: Low, Medium, High based on contribution activities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109323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Scope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• 200 GitHub users collected via API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• Random Forest classification model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• Features: public_repos, public_gists, following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39"/>
            <a:ext cx="8229600" cy="11470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840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Requirements Met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✓ Data collection from GitHub API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✓ Classification model training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4F"/>
                </a:solidFill>
              </a:rPr>
              <a:t>✓ Model evaluation (87.5% accuracy)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User Stories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✅ COMPLETED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As a recruiter, I want to identify active contributors → System classifies developers into 3 levels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As a developer, I want to know my contribution level → Real-time prediction with probabilities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As a data scientist, I want accurate model → Achieved 87.5%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🔮 FUTURE 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Web interface for easy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93776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GitHub OAuth integration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93776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Historical trend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5448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Data Source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200 users, 5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21945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1645920"/>
            <a:ext cx="1554480" cy="137160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Python + Requests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Rate limiting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21945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645920"/>
            <a:ext cx="155448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Eng.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Contributor Score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Labeling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1945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5532120" y="1645920"/>
            <a:ext cx="1554480" cy="137160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ML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Train/Test Split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2194560"/>
            <a:ext cx="2743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645920"/>
            <a:ext cx="155448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New Inputs</a:t>
            </a:r>
            <a:endParaRPr lang="en-US" sz="10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Probabilities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Key Technologies: Python, scikit-learn, pandas, GitHub REST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Design Pattern: Separation of concerns (2 notebooks), Modular architecture, Reproducible with random state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Data Collection Process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Collection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79"/>
            <a:ext cx="4114800" cy="265870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F3C4F"/>
                </a:solidFill>
              </a:rPr>
              <a:t>1. GitHub Search API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   • Query: followers:&gt;10</a:t>
            </a:r>
            <a:endParaRPr lang="en-US" sz="1100" dirty="0"/>
          </a:p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2F3C4F"/>
                </a:solidFill>
              </a:rPr>
              <a:t>   • 2 pages × 100 = 200 users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F3C4F"/>
                </a:solidFill>
              </a:rPr>
              <a:t>2. Features Collected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   ✓ username, followers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   ✓ following, public_repos</a:t>
            </a:r>
            <a:endParaRPr lang="en-US" sz="1100" dirty="0"/>
          </a:p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2F3C4F"/>
                </a:solidFill>
              </a:rPr>
              <a:t>   ✓ public_gists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F3C4F"/>
                </a:solidFill>
              </a:rPr>
              <a:t>3. Challenges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   ⚠ Rate limiting → time.sleep(0.3)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F3C4F"/>
                </a:solidFill>
              </a:rPr>
              <a:t>   ⚠ Auth → Personal token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Dataset Statistics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45920"/>
            <a:ext cx="9144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8090"/>
                </a:solidFill>
              </a:rPr>
              <a:t>200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Total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423160"/>
            <a:ext cx="9144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A896"/>
                </a:solidFill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00400"/>
            <a:ext cx="91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C39A"/>
                </a:solidFill>
              </a:rPr>
              <a:t>22,714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Max Repos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DEMO: Live code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Feature Engineering: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4401" y="1187562"/>
            <a:ext cx="3931920" cy="1875677"/>
          </a:xfrm>
          <a:prstGeom prst="rect">
            <a:avLst/>
          </a:prstGeom>
          <a:solidFill>
            <a:srgbClr val="FFEBEE"/>
          </a:solidFill>
          <a:ln w="38100">
            <a:solidFill>
              <a:srgbClr val="FF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1707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❌ Initial Approach (FAILED)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4242"/>
                </a:solidFill>
              </a:rPr>
              <a:t>Label from: 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62828"/>
                </a:solidFill>
              </a:rPr>
              <a:t>followers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4242"/>
                </a:solidFill>
              </a:rPr>
              <a:t>Features: 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24242"/>
                </a:solidFill>
              </a:rPr>
              <a:t>repos, gists, following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4242"/>
                </a:solidFill>
              </a:rPr>
              <a:t>Result: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C62828"/>
                </a:solidFill>
              </a:rPr>
              <a:t>30%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828800"/>
            <a:ext cx="457200" cy="4572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19"/>
            <a:ext cx="3931920" cy="1874519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1707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✅ Improved Approach (SUCCESS)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4242"/>
                </a:solidFill>
              </a:rPr>
              <a:t>Created: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E7D32"/>
                </a:solidFill>
              </a:rPr>
              <a:t>contributor_score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24242"/>
                </a:solidFill>
              </a:rPr>
              <a:t>= repos×1.0 + gists×2.0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24242"/>
                </a:solidFill>
              </a:rPr>
              <a:t>Label from: contributor_score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4242"/>
                </a:solidFill>
              </a:rPr>
              <a:t>Result: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2E7D32"/>
                </a:solidFill>
              </a:rPr>
              <a:t>87.5%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💡 KEY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Label and features MUST be correlated! Using followers as label but not as correlated feature resulted in poor predictive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 Training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Random Forest Classifier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Handles non-linear relationships well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87452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Robust to outliers in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146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Provides feature importance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5146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Excellent for small datasets (~200 samples)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Training Configuration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W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Train/Test Split: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80/20 (160/40 samples)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Sampling: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Stratified (balanced classes)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Random State: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42 (reproducible results)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4114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Hyperparameters: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Default (n_estimators=100)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Model Performance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87.5%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Overall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Detailed Metrics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508760"/>
          <a:ext cx="5394960" cy="1280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83%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77%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92%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429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High Class: Perfect recall (100%) - catches all high contributors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931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🥈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728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Low Class: Perfect precision (100%) - no false positives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434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🥉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9728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Medium Class: Balanced performance (80% F1) - expected for middle class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Feature Importance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</a:rPr>
              <a:t>Which features drive the predictions?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</a:rPr>
              <a:t>public_repos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691640"/>
            <a:ext cx="3840480" cy="3657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</a:rPr>
              <a:t>70%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</a:rPr>
              <a:t>public_gists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606040"/>
            <a:ext cx="1371600" cy="36576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A896"/>
                </a:solidFill>
              </a:rPr>
              <a:t>25%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</a:rPr>
              <a:t>following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3520440"/>
            <a:ext cx="274320" cy="36576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3474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C39A"/>
                </a:solidFill>
              </a:rPr>
              <a:t>5%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3931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💡 Insight: Number of repos is the STRONGEST predictor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480560"/>
            <a:ext cx="429768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572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🔮 Future: Add stars, commits, PR count for better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</a:rPr>
              <a:t>Real-time Prediction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4231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Scenario 1: Low Contributor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public_repos: 40 | public_gists: 5 | following: 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A896"/>
                </a:solidFill>
              </a:rPr>
              <a:t>Prediction: ???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703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Scenario 2: High Contributor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023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public_repos: 150 | public_gists: 50 | following: 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2976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A896"/>
                </a:solidFill>
              </a:rPr>
              <a:t>Prediction: ???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2C39A"/>
                </a:solidFill>
              </a:rPr>
              <a:t>#Opening Google Colab notebook...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Code-Level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6446"/>
            <a:ext cx="3931920" cy="3426106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data_collection.ipynb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GitHub API integration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Rate limiting handler</a:t>
            </a:r>
            <a:endParaRPr lang="en-US" sz="10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CSV export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classification_model.ipynb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 loading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Feature engineering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 training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Evaluation metrics</a:t>
            </a:r>
            <a:endParaRPr lang="en-US" sz="10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Prediction demo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my_github_data_200.csv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🔧 Key Design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42976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6916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Separation of concerns (2 notebooks)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42976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488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Reproducible (random_state=42)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42976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6060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Modular feature engineering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017520"/>
            <a:ext cx="42976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632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Comprehensive evaluation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474720"/>
            <a:ext cx="42976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5204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Type hints for clarity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931920"/>
            <a:ext cx="42976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9776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4F"/>
                </a:solidFill>
              </a:rPr>
              <a:t>Extensive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Future Enhancements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Data Collection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Collect 1,000+ 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305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Add: stars, commits, PRs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865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Track historical trends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W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Model Improvements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Try XGBoost, LightGBM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1305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Hyperparameter tuning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3865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K-fold cross-validation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Flask/FastAPI web 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959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Docker containerization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2153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CI/CD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Product Features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3703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Real-time GitHub sync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9593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Developer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42153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</a:rPr>
              <a:t>• Trend analysis charts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Key Learnings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Technical Skills 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F3C4F"/>
                </a:solidFill>
              </a:rPr>
              <a:t>• Feature engineering is CRITICAL - changed accuracy from 30% → 87.5%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F3C4F"/>
                </a:solidFill>
              </a:rPr>
              <a:t>• Data quality &gt; Data quantity (200 samples was sufficient)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F3C4F"/>
                </a:solidFill>
              </a:rPr>
              <a:t>• Evaluation metrics tell the full story, not just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" y="2536592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7175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2592295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Project Management 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292231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F3C4F"/>
                </a:solidFill>
              </a:rPr>
              <a:t>• Focus on core requirements first, then extras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" y="316313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F3C4F"/>
                </a:solidFill>
              </a:rPr>
              <a:t>• Iterative development yields better results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" y="3420001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2F3C4F"/>
                </a:solidFill>
              </a:rPr>
              <a:t>• Testing reveals hidden issues before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 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868</Words>
  <Application>Microsoft Macintosh PowerPoint</Application>
  <PresentationFormat>On-screen Show (16:9)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Developer Classification</dc:title>
  <dc:subject>PptxGenJS Presentation</dc:subject>
  <dc:creator>Advanced Python Team</dc:creator>
  <cp:lastModifiedBy>Microsoft Office User</cp:lastModifiedBy>
  <cp:revision>4</cp:revision>
  <dcterms:created xsi:type="dcterms:W3CDTF">2026-02-16T01:25:14Z</dcterms:created>
  <dcterms:modified xsi:type="dcterms:W3CDTF">2026-02-16T11:44:22Z</dcterms:modified>
</cp:coreProperties>
</file>